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22" r:id="rId5"/>
    <p:sldId id="336" r:id="rId6"/>
    <p:sldId id="337" r:id="rId7"/>
    <p:sldId id="321" r:id="rId8"/>
    <p:sldId id="333" r:id="rId9"/>
    <p:sldId id="330" r:id="rId10"/>
    <p:sldId id="315" r:id="rId11"/>
    <p:sldId id="324" r:id="rId12"/>
    <p:sldId id="328" r:id="rId13"/>
    <p:sldId id="313" r:id="rId14"/>
    <p:sldId id="338" r:id="rId15"/>
    <p:sldId id="325" r:id="rId16"/>
    <p:sldId id="329" r:id="rId17"/>
    <p:sldId id="327" r:id="rId18"/>
    <p:sldId id="3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3282F-6E15-433D-914B-92EDE85012E6}" v="24" dt="2026-07-06T23:21:32.403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20" autoAdjust="0"/>
  </p:normalViewPr>
  <p:slideViewPr>
    <p:cSldViewPr snapToGrid="0">
      <p:cViewPr varScale="1">
        <p:scale>
          <a:sx n="48" d="100"/>
          <a:sy n="48" d="100"/>
        </p:scale>
        <p:origin x="67" y="715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y Baca" userId="73851d856958d339" providerId="LiveId" clId="{98FA8224-DA30-46DF-8575-F50161A447C1}"/>
    <pc:docChg chg="undo custSel addSld delSld modSld sldOrd">
      <pc:chgData name="Melany Baca" userId="73851d856958d339" providerId="LiveId" clId="{98FA8224-DA30-46DF-8575-F50161A447C1}" dt="2026-07-06T23:24:33.056" v="1251" actId="5793"/>
      <pc:docMkLst>
        <pc:docMk/>
      </pc:docMkLst>
      <pc:sldChg chg="modSp add del mod setBg">
        <pc:chgData name="Melany Baca" userId="73851d856958d339" providerId="LiveId" clId="{98FA8224-DA30-46DF-8575-F50161A447C1}" dt="2026-07-06T23:23:37.444" v="1250" actId="2696"/>
        <pc:sldMkLst>
          <pc:docMk/>
          <pc:sldMk cId="0" sldId="256"/>
        </pc:sldMkLst>
        <pc:spChg chg="mod">
          <ac:chgData name="Melany Baca" userId="73851d856958d339" providerId="LiveId" clId="{98FA8224-DA30-46DF-8575-F50161A447C1}" dt="2026-07-06T23:21:10.160" v="1200" actId="1076"/>
          <ac:spMkLst>
            <pc:docMk/>
            <pc:sldMk cId="0" sldId="256"/>
            <ac:spMk id="16" creationId="{00000000-0000-0000-0000-000000000000}"/>
          </ac:spMkLst>
        </pc:spChg>
      </pc:sldChg>
      <pc:sldChg chg="addSp delSp modSp mod">
        <pc:chgData name="Melany Baca" userId="73851d856958d339" providerId="LiveId" clId="{98FA8224-DA30-46DF-8575-F50161A447C1}" dt="2026-07-06T22:52:47.389" v="1157" actId="1076"/>
        <pc:sldMkLst>
          <pc:docMk/>
          <pc:sldMk cId="2224546682" sldId="313"/>
        </pc:sldMkLst>
        <pc:spChg chg="mod">
          <ac:chgData name="Melany Baca" userId="73851d856958d339" providerId="LiveId" clId="{98FA8224-DA30-46DF-8575-F50161A447C1}" dt="2026-07-06T02:53:57.332" v="416" actId="20577"/>
          <ac:spMkLst>
            <pc:docMk/>
            <pc:sldMk cId="2224546682" sldId="313"/>
            <ac:spMk id="2" creationId="{6059FD0C-3CC0-6307-C5F3-CCBE0B14A19F}"/>
          </ac:spMkLst>
        </pc:spChg>
        <pc:spChg chg="del mod">
          <ac:chgData name="Melany Baca" userId="73851d856958d339" providerId="LiveId" clId="{98FA8224-DA30-46DF-8575-F50161A447C1}" dt="2026-07-06T22:52:46.079" v="1156" actId="478"/>
          <ac:spMkLst>
            <pc:docMk/>
            <pc:sldMk cId="2224546682" sldId="313"/>
            <ac:spMk id="4" creationId="{925AA6ED-97F0-825D-71BB-D4D461E7870C}"/>
          </ac:spMkLst>
        </pc:spChg>
        <pc:picChg chg="del">
          <ac:chgData name="Melany Baca" userId="73851d856958d339" providerId="LiveId" clId="{98FA8224-DA30-46DF-8575-F50161A447C1}" dt="2026-07-06T02:53:42.537" v="410" actId="478"/>
          <ac:picMkLst>
            <pc:docMk/>
            <pc:sldMk cId="2224546682" sldId="313"/>
            <ac:picMk id="6" creationId="{1D3B23BD-A318-957D-624F-876293429420}"/>
          </ac:picMkLst>
        </pc:picChg>
        <pc:picChg chg="add mod">
          <ac:chgData name="Melany Baca" userId="73851d856958d339" providerId="LiveId" clId="{98FA8224-DA30-46DF-8575-F50161A447C1}" dt="2026-07-06T22:52:47.389" v="1157" actId="1076"/>
          <ac:picMkLst>
            <pc:docMk/>
            <pc:sldMk cId="2224546682" sldId="313"/>
            <ac:picMk id="7" creationId="{1A0A3DED-488E-5CA7-4378-CF4B4521281D}"/>
          </ac:picMkLst>
        </pc:picChg>
      </pc:sldChg>
      <pc:sldChg chg="modSp mod">
        <pc:chgData name="Melany Baca" userId="73851d856958d339" providerId="LiveId" clId="{98FA8224-DA30-46DF-8575-F50161A447C1}" dt="2026-07-06T02:55:37.846" v="425" actId="1076"/>
        <pc:sldMkLst>
          <pc:docMk/>
          <pc:sldMk cId="2302010161" sldId="315"/>
        </pc:sldMkLst>
        <pc:picChg chg="mod">
          <ac:chgData name="Melany Baca" userId="73851d856958d339" providerId="LiveId" clId="{98FA8224-DA30-46DF-8575-F50161A447C1}" dt="2026-07-06T02:55:37.846" v="425" actId="1076"/>
          <ac:picMkLst>
            <pc:docMk/>
            <pc:sldMk cId="2302010161" sldId="315"/>
            <ac:picMk id="4" creationId="{47982847-6067-640B-A3D4-238AFB8E074F}"/>
          </ac:picMkLst>
        </pc:picChg>
        <pc:picChg chg="mod">
          <ac:chgData name="Melany Baca" userId="73851d856958d339" providerId="LiveId" clId="{98FA8224-DA30-46DF-8575-F50161A447C1}" dt="2026-07-06T02:55:10.248" v="420" actId="1076"/>
          <ac:picMkLst>
            <pc:docMk/>
            <pc:sldMk cId="2302010161" sldId="315"/>
            <ac:picMk id="14" creationId="{6A4A321F-4FB8-4927-E657-40EDECD868D2}"/>
          </ac:picMkLst>
        </pc:picChg>
      </pc:sldChg>
      <pc:sldChg chg="modSp del mod">
        <pc:chgData name="Melany Baca" userId="73851d856958d339" providerId="LiveId" clId="{98FA8224-DA30-46DF-8575-F50161A447C1}" dt="2026-07-06T22:51:34.513" v="1124" actId="2696"/>
        <pc:sldMkLst>
          <pc:docMk/>
          <pc:sldMk cId="554382460" sldId="316"/>
        </pc:sldMkLst>
        <pc:spChg chg="mod">
          <ac:chgData name="Melany Baca" userId="73851d856958d339" providerId="LiveId" clId="{98FA8224-DA30-46DF-8575-F50161A447C1}" dt="2026-07-06T02:47:49.827" v="403" actId="255"/>
          <ac:spMkLst>
            <pc:docMk/>
            <pc:sldMk cId="554382460" sldId="316"/>
            <ac:spMk id="6" creationId="{5BB285FC-D8E9-D1F9-94C0-A00E8EE200C4}"/>
          </ac:spMkLst>
        </pc:spChg>
      </pc:sldChg>
      <pc:sldChg chg="addSp delSp modSp mod">
        <pc:chgData name="Melany Baca" userId="73851d856958d339" providerId="LiveId" clId="{98FA8224-DA30-46DF-8575-F50161A447C1}" dt="2026-07-06T02:48:12.179" v="406" actId="1076"/>
        <pc:sldMkLst>
          <pc:docMk/>
          <pc:sldMk cId="1607455252" sldId="321"/>
        </pc:sldMkLst>
        <pc:spChg chg="mod">
          <ac:chgData name="Melany Baca" userId="73851d856958d339" providerId="LiveId" clId="{98FA8224-DA30-46DF-8575-F50161A447C1}" dt="2026-07-06T02:48:06.998" v="405" actId="255"/>
          <ac:spMkLst>
            <pc:docMk/>
            <pc:sldMk cId="1607455252" sldId="321"/>
            <ac:spMk id="2" creationId="{2CD97761-0B88-A5E8-0B78-C39173D05F4D}"/>
          </ac:spMkLst>
        </pc:spChg>
        <pc:picChg chg="add mod">
          <ac:chgData name="Melany Baca" userId="73851d856958d339" providerId="LiveId" clId="{98FA8224-DA30-46DF-8575-F50161A447C1}" dt="2026-07-06T02:48:12.179" v="406" actId="1076"/>
          <ac:picMkLst>
            <pc:docMk/>
            <pc:sldMk cId="1607455252" sldId="321"/>
            <ac:picMk id="5" creationId="{47F446FD-1B69-2B8E-9BAC-164ACACD46E9}"/>
          </ac:picMkLst>
        </pc:picChg>
        <pc:picChg chg="del">
          <ac:chgData name="Melany Baca" userId="73851d856958d339" providerId="LiveId" clId="{98FA8224-DA30-46DF-8575-F50161A447C1}" dt="2026-07-06T02:29:54.934" v="23" actId="478"/>
          <ac:picMkLst>
            <pc:docMk/>
            <pc:sldMk cId="1607455252" sldId="321"/>
            <ac:picMk id="9" creationId="{294234BD-5E9A-84FF-6446-A6C7E81E1393}"/>
          </ac:picMkLst>
        </pc:picChg>
      </pc:sldChg>
      <pc:sldChg chg="addSp delSp modSp mod">
        <pc:chgData name="Melany Baca" userId="73851d856958d339" providerId="LiveId" clId="{98FA8224-DA30-46DF-8575-F50161A447C1}" dt="2026-07-06T23:23:28.040" v="1248" actId="1076"/>
        <pc:sldMkLst>
          <pc:docMk/>
          <pc:sldMk cId="3378822495" sldId="322"/>
        </pc:sldMkLst>
        <pc:spChg chg="mod">
          <ac:chgData name="Melany Baca" userId="73851d856958d339" providerId="LiveId" clId="{98FA8224-DA30-46DF-8575-F50161A447C1}" dt="2026-07-06T23:22:56.744" v="1242" actId="1076"/>
          <ac:spMkLst>
            <pc:docMk/>
            <pc:sldMk cId="3378822495" sldId="322"/>
            <ac:spMk id="2" creationId="{75454C9E-20FB-B999-9303-C71D1334BAD7}"/>
          </ac:spMkLst>
        </pc:spChg>
        <pc:spChg chg="add">
          <ac:chgData name="Melany Baca" userId="73851d856958d339" providerId="LiveId" clId="{98FA8224-DA30-46DF-8575-F50161A447C1}" dt="2026-07-06T23:20:23.689" v="1192" actId="22"/>
          <ac:spMkLst>
            <pc:docMk/>
            <pc:sldMk cId="3378822495" sldId="322"/>
            <ac:spMk id="5" creationId="{7DF425B5-7D77-25DF-1475-BD840325CE39}"/>
          </ac:spMkLst>
        </pc:spChg>
        <pc:spChg chg="add del mod">
          <ac:chgData name="Melany Baca" userId="73851d856958d339" providerId="LiveId" clId="{98FA8224-DA30-46DF-8575-F50161A447C1}" dt="2026-07-06T23:20:31.888" v="1195" actId="478"/>
          <ac:spMkLst>
            <pc:docMk/>
            <pc:sldMk cId="3378822495" sldId="322"/>
            <ac:spMk id="7" creationId="{6A173686-42F8-D817-0EC5-CDDD2A07A9AB}"/>
          </ac:spMkLst>
        </pc:spChg>
        <pc:spChg chg="add del mod">
          <ac:chgData name="Melany Baca" userId="73851d856958d339" providerId="LiveId" clId="{98FA8224-DA30-46DF-8575-F50161A447C1}" dt="2026-07-06T23:20:41.252" v="1198" actId="478"/>
          <ac:spMkLst>
            <pc:docMk/>
            <pc:sldMk cId="3378822495" sldId="322"/>
            <ac:spMk id="9" creationId="{9FC38640-7EF0-F24B-2CD2-3A9606241B53}"/>
          </ac:spMkLst>
        </pc:spChg>
        <pc:spChg chg="add mod">
          <ac:chgData name="Melany Baca" userId="73851d856958d339" providerId="LiveId" clId="{98FA8224-DA30-46DF-8575-F50161A447C1}" dt="2026-07-06T23:22:21.602" v="1210" actId="13822"/>
          <ac:spMkLst>
            <pc:docMk/>
            <pc:sldMk cId="3378822495" sldId="322"/>
            <ac:spMk id="11" creationId="{673791CD-A225-D22E-A5F5-30AE3BFB949A}"/>
          </ac:spMkLst>
        </pc:spChg>
        <pc:spChg chg="add mod">
          <ac:chgData name="Melany Baca" userId="73851d856958d339" providerId="LiveId" clId="{98FA8224-DA30-46DF-8575-F50161A447C1}" dt="2026-07-06T23:23:28.040" v="1248" actId="1076"/>
          <ac:spMkLst>
            <pc:docMk/>
            <pc:sldMk cId="3378822495" sldId="322"/>
            <ac:spMk id="17" creationId="{DA5DB553-3495-6D5C-7831-9AD3E83DC58A}"/>
          </ac:spMkLst>
        </pc:spChg>
        <pc:picChg chg="add del mod">
          <ac:chgData name="Melany Baca" userId="73851d856958d339" providerId="LiveId" clId="{98FA8224-DA30-46DF-8575-F50161A447C1}" dt="2026-07-06T23:22:24.761" v="1212" actId="21"/>
          <ac:picMkLst>
            <pc:docMk/>
            <pc:sldMk cId="3378822495" sldId="322"/>
            <ac:picMk id="3" creationId="{6CF4EE3E-6036-5F97-B268-F8E31CFB797D}"/>
          </ac:picMkLst>
        </pc:picChg>
        <pc:picChg chg="add mod">
          <ac:chgData name="Melany Baca" userId="73851d856958d339" providerId="LiveId" clId="{98FA8224-DA30-46DF-8575-F50161A447C1}" dt="2026-07-06T23:22:33.833" v="1216" actId="1076"/>
          <ac:picMkLst>
            <pc:docMk/>
            <pc:sldMk cId="3378822495" sldId="322"/>
            <ac:picMk id="13" creationId="{D4AB2D69-9426-60F9-65E3-6458D4478875}"/>
          </ac:picMkLst>
        </pc:picChg>
        <pc:picChg chg="add del">
          <ac:chgData name="Melany Baca" userId="73851d856958d339" providerId="LiveId" clId="{98FA8224-DA30-46DF-8575-F50161A447C1}" dt="2026-07-06T23:23:02.448" v="1244" actId="478"/>
          <ac:picMkLst>
            <pc:docMk/>
            <pc:sldMk cId="3378822495" sldId="322"/>
            <ac:picMk id="15" creationId="{1B1CE3FE-E86E-13D1-7909-2BBF49785345}"/>
          </ac:picMkLst>
        </pc:picChg>
      </pc:sldChg>
      <pc:sldChg chg="modSp del mod ord">
        <pc:chgData name="Melany Baca" userId="73851d856958d339" providerId="LiveId" clId="{98FA8224-DA30-46DF-8575-F50161A447C1}" dt="2026-07-06T22:51:15.317" v="1122" actId="2696"/>
        <pc:sldMkLst>
          <pc:docMk/>
          <pc:sldMk cId="552803520" sldId="323"/>
        </pc:sldMkLst>
        <pc:spChg chg="mod">
          <ac:chgData name="Melany Baca" userId="73851d856958d339" providerId="LiveId" clId="{98FA8224-DA30-46DF-8575-F50161A447C1}" dt="2026-07-06T02:47:42.117" v="402" actId="255"/>
          <ac:spMkLst>
            <pc:docMk/>
            <pc:sldMk cId="552803520" sldId="323"/>
            <ac:spMk id="2" creationId="{433A4CCA-9D60-4BB0-1A3A-AE2EC53D8C72}"/>
          </ac:spMkLst>
        </pc:spChg>
        <pc:spChg chg="mod">
          <ac:chgData name="Melany Baca" userId="73851d856958d339" providerId="LiveId" clId="{98FA8224-DA30-46DF-8575-F50161A447C1}" dt="2026-07-06T02:38:52.559" v="66" actId="20577"/>
          <ac:spMkLst>
            <pc:docMk/>
            <pc:sldMk cId="552803520" sldId="323"/>
            <ac:spMk id="3" creationId="{E8BF622E-CE46-0796-282C-3FD52742C660}"/>
          </ac:spMkLst>
        </pc:spChg>
        <pc:spChg chg="mod">
          <ac:chgData name="Melany Baca" userId="73851d856958d339" providerId="LiveId" clId="{98FA8224-DA30-46DF-8575-F50161A447C1}" dt="2026-07-06T02:38:39.307" v="59" actId="21"/>
          <ac:spMkLst>
            <pc:docMk/>
            <pc:sldMk cId="552803520" sldId="323"/>
            <ac:spMk id="4" creationId="{61AC022A-A2D1-D67B-6BB2-D0A6205043DC}"/>
          </ac:spMkLst>
        </pc:spChg>
      </pc:sldChg>
      <pc:sldChg chg="addSp delSp modSp mod">
        <pc:chgData name="Melany Baca" userId="73851d856958d339" providerId="LiveId" clId="{98FA8224-DA30-46DF-8575-F50161A447C1}" dt="2026-07-06T22:53:07.069" v="1164" actId="1076"/>
        <pc:sldMkLst>
          <pc:docMk/>
          <pc:sldMk cId="774091332" sldId="327"/>
        </pc:sldMkLst>
        <pc:spChg chg="mod">
          <ac:chgData name="Melany Baca" userId="73851d856958d339" providerId="LiveId" clId="{98FA8224-DA30-46DF-8575-F50161A447C1}" dt="2026-07-06T03:01:59.620" v="453" actId="20577"/>
          <ac:spMkLst>
            <pc:docMk/>
            <pc:sldMk cId="774091332" sldId="327"/>
            <ac:spMk id="2" creationId="{17F8E09C-06FB-997D-2E11-FAB975B71041}"/>
          </ac:spMkLst>
        </pc:spChg>
        <pc:spChg chg="del mod">
          <ac:chgData name="Melany Baca" userId="73851d856958d339" providerId="LiveId" clId="{98FA8224-DA30-46DF-8575-F50161A447C1}" dt="2026-07-06T22:53:05.009" v="1163" actId="478"/>
          <ac:spMkLst>
            <pc:docMk/>
            <pc:sldMk cId="774091332" sldId="327"/>
            <ac:spMk id="4" creationId="{AD40BE41-860D-B914-2144-26611E26991E}"/>
          </ac:spMkLst>
        </pc:spChg>
        <pc:picChg chg="add mod">
          <ac:chgData name="Melany Baca" userId="73851d856958d339" providerId="LiveId" clId="{98FA8224-DA30-46DF-8575-F50161A447C1}" dt="2026-07-06T22:53:07.069" v="1164" actId="1076"/>
          <ac:picMkLst>
            <pc:docMk/>
            <pc:sldMk cId="774091332" sldId="327"/>
            <ac:picMk id="6" creationId="{5744B2AD-1415-8C56-B743-09E3F7F42BBD}"/>
          </ac:picMkLst>
        </pc:picChg>
        <pc:picChg chg="del">
          <ac:chgData name="Melany Baca" userId="73851d856958d339" providerId="LiveId" clId="{98FA8224-DA30-46DF-8575-F50161A447C1}" dt="2026-07-06T03:01:44.121" v="426" actId="478"/>
          <ac:picMkLst>
            <pc:docMk/>
            <pc:sldMk cId="774091332" sldId="327"/>
            <ac:picMk id="7" creationId="{E1E579C1-AD8C-AC4D-CF4B-BD0BC9D883C6}"/>
          </ac:picMkLst>
        </pc:picChg>
        <pc:picChg chg="mod">
          <ac:chgData name="Melany Baca" userId="73851d856958d339" providerId="LiveId" clId="{98FA8224-DA30-46DF-8575-F50161A447C1}" dt="2026-07-06T22:53:02.799" v="1161" actId="1076"/>
          <ac:picMkLst>
            <pc:docMk/>
            <pc:sldMk cId="774091332" sldId="327"/>
            <ac:picMk id="9" creationId="{B303A1E6-D022-37F5-D2CC-15A78DBDE842}"/>
          </ac:picMkLst>
        </pc:picChg>
      </pc:sldChg>
      <pc:sldChg chg="addSp modSp mod">
        <pc:chgData name="Melany Baca" userId="73851d856958d339" providerId="LiveId" clId="{98FA8224-DA30-46DF-8575-F50161A447C1}" dt="2026-07-06T22:52:11.441" v="1144"/>
        <pc:sldMkLst>
          <pc:docMk/>
          <pc:sldMk cId="722988731" sldId="330"/>
        </pc:sldMkLst>
        <pc:spChg chg="mod">
          <ac:chgData name="Melany Baca" userId="73851d856958d339" providerId="LiveId" clId="{98FA8224-DA30-46DF-8575-F50161A447C1}" dt="2026-07-06T22:52:05.359" v="1142" actId="14100"/>
          <ac:spMkLst>
            <pc:docMk/>
            <pc:sldMk cId="722988731" sldId="330"/>
            <ac:spMk id="2" creationId="{088E590D-6E63-FA1A-6CEE-AED305376C4E}"/>
          </ac:spMkLst>
        </pc:spChg>
        <pc:spChg chg="add mod">
          <ac:chgData name="Melany Baca" userId="73851d856958d339" providerId="LiveId" clId="{98FA8224-DA30-46DF-8575-F50161A447C1}" dt="2026-07-06T22:52:11.441" v="1144"/>
          <ac:spMkLst>
            <pc:docMk/>
            <pc:sldMk cId="722988731" sldId="330"/>
            <ac:spMk id="3" creationId="{FCAC68CD-FC13-0BAD-D258-D9FE0AB60723}"/>
          </ac:spMkLst>
        </pc:spChg>
      </pc:sldChg>
      <pc:sldChg chg="addSp delSp modSp new del mod">
        <pc:chgData name="Melany Baca" userId="73851d856958d339" providerId="LiveId" clId="{98FA8224-DA30-46DF-8575-F50161A447C1}" dt="2026-07-06T22:51:27.361" v="1123" actId="2696"/>
        <pc:sldMkLst>
          <pc:docMk/>
          <pc:sldMk cId="3879934411" sldId="331"/>
        </pc:sldMkLst>
        <pc:spChg chg="add del mod">
          <ac:chgData name="Melany Baca" userId="73851d856958d339" providerId="LiveId" clId="{98FA8224-DA30-46DF-8575-F50161A447C1}" dt="2026-07-06T02:48:00.879" v="404" actId="255"/>
          <ac:spMkLst>
            <pc:docMk/>
            <pc:sldMk cId="3879934411" sldId="331"/>
            <ac:spMk id="2" creationId="{B33541CE-7A6B-CBA4-6A43-0C376E39BDFD}"/>
          </ac:spMkLst>
        </pc:spChg>
        <pc:spChg chg="del mod">
          <ac:chgData name="Melany Baca" userId="73851d856958d339" providerId="LiveId" clId="{98FA8224-DA30-46DF-8575-F50161A447C1}" dt="2026-07-06T02:36:44.652" v="42" actId="478"/>
          <ac:spMkLst>
            <pc:docMk/>
            <pc:sldMk cId="3879934411" sldId="331"/>
            <ac:spMk id="3" creationId="{F38E5EEB-5B2E-1E61-E0B0-F9881B0E99D4}"/>
          </ac:spMkLst>
        </pc:spChg>
        <pc:picChg chg="add mod">
          <ac:chgData name="Melany Baca" userId="73851d856958d339" providerId="LiveId" clId="{98FA8224-DA30-46DF-8575-F50161A447C1}" dt="2026-07-06T02:37:27.786" v="44" actId="1076"/>
          <ac:picMkLst>
            <pc:docMk/>
            <pc:sldMk cId="3879934411" sldId="331"/>
            <ac:picMk id="6" creationId="{6F4FEA03-4C60-2270-3C60-160E166A6188}"/>
          </ac:picMkLst>
        </pc:picChg>
      </pc:sldChg>
      <pc:sldChg chg="addSp delSp modSp add del mod ord">
        <pc:chgData name="Melany Baca" userId="73851d856958d339" providerId="LiveId" clId="{98FA8224-DA30-46DF-8575-F50161A447C1}" dt="2026-07-06T22:51:41.679" v="1125" actId="2696"/>
        <pc:sldMkLst>
          <pc:docMk/>
          <pc:sldMk cId="409598475" sldId="332"/>
        </pc:sldMkLst>
        <pc:spChg chg="mod">
          <ac:chgData name="Melany Baca" userId="73851d856958d339" providerId="LiveId" clId="{98FA8224-DA30-46DF-8575-F50161A447C1}" dt="2026-07-06T02:48:21.232" v="407" actId="255"/>
          <ac:spMkLst>
            <pc:docMk/>
            <pc:sldMk cId="409598475" sldId="332"/>
            <ac:spMk id="2" creationId="{C043DE1F-AA83-36EE-7EB5-938D2F269CCF}"/>
          </ac:spMkLst>
        </pc:spChg>
        <pc:spChg chg="del mod">
          <ac:chgData name="Melany Baca" userId="73851d856958d339" providerId="LiveId" clId="{98FA8224-DA30-46DF-8575-F50161A447C1}" dt="2026-07-06T02:41:06.112" v="84" actId="22"/>
          <ac:spMkLst>
            <pc:docMk/>
            <pc:sldMk cId="409598475" sldId="332"/>
            <ac:spMk id="3" creationId="{1A641CDC-82B8-3F4C-F614-4EA45D0D2A8C}"/>
          </ac:spMkLst>
        </pc:spChg>
        <pc:spChg chg="del mod">
          <ac:chgData name="Melany Baca" userId="73851d856958d339" providerId="LiveId" clId="{98FA8224-DA30-46DF-8575-F50161A447C1}" dt="2026-07-06T02:41:23.041" v="86" actId="22"/>
          <ac:spMkLst>
            <pc:docMk/>
            <pc:sldMk cId="409598475" sldId="332"/>
            <ac:spMk id="4" creationId="{8C8827D4-8ACE-51E3-7360-269FF0A092CB}"/>
          </ac:spMkLst>
        </pc:spChg>
        <pc:picChg chg="add mod ord">
          <ac:chgData name="Melany Baca" userId="73851d856958d339" providerId="LiveId" clId="{98FA8224-DA30-46DF-8575-F50161A447C1}" dt="2026-07-06T02:41:07.746" v="85" actId="1076"/>
          <ac:picMkLst>
            <pc:docMk/>
            <pc:sldMk cId="409598475" sldId="332"/>
            <ac:picMk id="7" creationId="{F1DAB175-3BFC-EE47-520B-8F41E6A2D355}"/>
          </ac:picMkLst>
        </pc:picChg>
        <pc:picChg chg="add mod ord">
          <ac:chgData name="Melany Baca" userId="73851d856958d339" providerId="LiveId" clId="{98FA8224-DA30-46DF-8575-F50161A447C1}" dt="2026-07-06T02:41:26.017" v="87" actId="1076"/>
          <ac:picMkLst>
            <pc:docMk/>
            <pc:sldMk cId="409598475" sldId="332"/>
            <ac:picMk id="9" creationId="{99C5BFA8-0504-15B6-2577-22D79F087C4D}"/>
          </ac:picMkLst>
        </pc:picChg>
      </pc:sldChg>
      <pc:sldChg chg="new del">
        <pc:chgData name="Melany Baca" userId="73851d856958d339" providerId="LiveId" clId="{98FA8224-DA30-46DF-8575-F50161A447C1}" dt="2026-07-06T02:40:27.719" v="68" actId="2696"/>
        <pc:sldMkLst>
          <pc:docMk/>
          <pc:sldMk cId="2748924990" sldId="332"/>
        </pc:sldMkLst>
      </pc:sldChg>
      <pc:sldChg chg="delSp modSp add mod ord">
        <pc:chgData name="Melany Baca" userId="73851d856958d339" providerId="LiveId" clId="{98FA8224-DA30-46DF-8575-F50161A447C1}" dt="2026-07-06T23:19:26.629" v="1186" actId="255"/>
        <pc:sldMkLst>
          <pc:docMk/>
          <pc:sldMk cId="675457788" sldId="333"/>
        </pc:sldMkLst>
        <pc:spChg chg="mod">
          <ac:chgData name="Melany Baca" userId="73851d856958d339" providerId="LiveId" clId="{98FA8224-DA30-46DF-8575-F50161A447C1}" dt="2026-07-06T02:48:26.837" v="408" actId="255"/>
          <ac:spMkLst>
            <pc:docMk/>
            <pc:sldMk cId="675457788" sldId="333"/>
            <ac:spMk id="2" creationId="{AE761BA4-58F1-1A5C-6C9F-B1028271E37D}"/>
          </ac:spMkLst>
        </pc:spChg>
        <pc:spChg chg="mod">
          <ac:chgData name="Melany Baca" userId="73851d856958d339" providerId="LiveId" clId="{98FA8224-DA30-46DF-8575-F50161A447C1}" dt="2026-07-06T23:19:26.629" v="1186" actId="255"/>
          <ac:spMkLst>
            <pc:docMk/>
            <pc:sldMk cId="675457788" sldId="333"/>
            <ac:spMk id="3" creationId="{E62803F2-68C9-42D3-3395-7CFCF0212031}"/>
          </ac:spMkLst>
        </pc:spChg>
        <pc:spChg chg="del mod">
          <ac:chgData name="Melany Baca" userId="73851d856958d339" providerId="LiveId" clId="{98FA8224-DA30-46DF-8575-F50161A447C1}" dt="2026-07-06T02:46:57.587" v="395" actId="478"/>
          <ac:spMkLst>
            <pc:docMk/>
            <pc:sldMk cId="675457788" sldId="333"/>
            <ac:spMk id="4" creationId="{86E76654-4042-D0E6-E86E-CD247B6A2C3F}"/>
          </ac:spMkLst>
        </pc:spChg>
      </pc:sldChg>
      <pc:sldChg chg="modSp add del mod">
        <pc:chgData name="Melany Baca" userId="73851d856958d339" providerId="LiveId" clId="{98FA8224-DA30-46DF-8575-F50161A447C1}" dt="2026-07-06T02:42:10.817" v="92" actId="2696"/>
        <pc:sldMkLst>
          <pc:docMk/>
          <pc:sldMk cId="1144585655" sldId="333"/>
        </pc:sldMkLst>
        <pc:spChg chg="mod">
          <ac:chgData name="Melany Baca" userId="73851d856958d339" providerId="LiveId" clId="{98FA8224-DA30-46DF-8575-F50161A447C1}" dt="2026-07-06T02:42:06.818" v="91" actId="21"/>
          <ac:spMkLst>
            <pc:docMk/>
            <pc:sldMk cId="1144585655" sldId="333"/>
            <ac:spMk id="2" creationId="{EFBD2637-0EAD-9CEE-71F4-ED34A381FEC7}"/>
          </ac:spMkLst>
        </pc:spChg>
      </pc:sldChg>
      <pc:sldChg chg="new del">
        <pc:chgData name="Melany Baca" userId="73851d856958d339" providerId="LiveId" clId="{98FA8224-DA30-46DF-8575-F50161A447C1}" dt="2026-07-06T03:02:13.962" v="456" actId="2696"/>
        <pc:sldMkLst>
          <pc:docMk/>
          <pc:sldMk cId="3937411259" sldId="334"/>
        </pc:sldMkLst>
      </pc:sldChg>
      <pc:sldChg chg="addSp delSp modSp add mod">
        <pc:chgData name="Melany Baca" userId="73851d856958d339" providerId="LiveId" clId="{98FA8224-DA30-46DF-8575-F50161A447C1}" dt="2026-07-06T03:03:11.150" v="491" actId="1076"/>
        <pc:sldMkLst>
          <pc:docMk/>
          <pc:sldMk cId="4098627046" sldId="335"/>
        </pc:sldMkLst>
        <pc:spChg chg="mod">
          <ac:chgData name="Melany Baca" userId="73851d856958d339" providerId="LiveId" clId="{98FA8224-DA30-46DF-8575-F50161A447C1}" dt="2026-07-06T03:02:27.090" v="468" actId="20577"/>
          <ac:spMkLst>
            <pc:docMk/>
            <pc:sldMk cId="4098627046" sldId="335"/>
            <ac:spMk id="4" creationId="{6A3535CC-EAE4-7614-8F5C-3433D3F461E5}"/>
          </ac:spMkLst>
        </pc:spChg>
        <pc:picChg chg="add mod">
          <ac:chgData name="Melany Baca" userId="73851d856958d339" providerId="LiveId" clId="{98FA8224-DA30-46DF-8575-F50161A447C1}" dt="2026-07-06T03:03:11.150" v="491" actId="1076"/>
          <ac:picMkLst>
            <pc:docMk/>
            <pc:sldMk cId="4098627046" sldId="335"/>
            <ac:picMk id="6" creationId="{5D266238-5402-39E7-0080-AB4D98EB7801}"/>
          </ac:picMkLst>
        </pc:picChg>
        <pc:picChg chg="del">
          <ac:chgData name="Melany Baca" userId="73851d856958d339" providerId="LiveId" clId="{98FA8224-DA30-46DF-8575-F50161A447C1}" dt="2026-07-06T03:02:39.804" v="489" actId="478"/>
          <ac:picMkLst>
            <pc:docMk/>
            <pc:sldMk cId="4098627046" sldId="335"/>
            <ac:picMk id="7" creationId="{7BDC4041-4041-9360-64BD-9099590F9946}"/>
          </ac:picMkLst>
        </pc:picChg>
      </pc:sldChg>
      <pc:sldChg chg="addSp modSp new mod ord">
        <pc:chgData name="Melany Baca" userId="73851d856958d339" providerId="LiveId" clId="{98FA8224-DA30-46DF-8575-F50161A447C1}" dt="2026-07-06T23:18:25.991" v="1179" actId="1076"/>
        <pc:sldMkLst>
          <pc:docMk/>
          <pc:sldMk cId="2329487920" sldId="336"/>
        </pc:sldMkLst>
        <pc:spChg chg="mod">
          <ac:chgData name="Melany Baca" userId="73851d856958d339" providerId="LiveId" clId="{98FA8224-DA30-46DF-8575-F50161A447C1}" dt="2026-07-06T22:34:01.991" v="511" actId="255"/>
          <ac:spMkLst>
            <pc:docMk/>
            <pc:sldMk cId="2329487920" sldId="336"/>
            <ac:spMk id="2" creationId="{C60DFE84-E4A7-1472-5010-8DBE05043CC6}"/>
          </ac:spMkLst>
        </pc:spChg>
        <pc:spChg chg="mod">
          <ac:chgData name="Melany Baca" userId="73851d856958d339" providerId="LiveId" clId="{98FA8224-DA30-46DF-8575-F50161A447C1}" dt="2026-07-06T23:18:25.991" v="1179" actId="1076"/>
          <ac:spMkLst>
            <pc:docMk/>
            <pc:sldMk cId="2329487920" sldId="336"/>
            <ac:spMk id="3" creationId="{2584196A-CFBD-EBF0-8AF8-C13222AD8DF4}"/>
          </ac:spMkLst>
        </pc:spChg>
        <pc:spChg chg="add mod">
          <ac:chgData name="Melany Baca" userId="73851d856958d339" providerId="LiveId" clId="{98FA8224-DA30-46DF-8575-F50161A447C1}" dt="2026-07-06T23:17:33.529" v="1165" actId="1076"/>
          <ac:spMkLst>
            <pc:docMk/>
            <pc:sldMk cId="2329487920" sldId="336"/>
            <ac:spMk id="5" creationId="{B9D97007-2E34-0EC2-E4A7-412E37BDA86A}"/>
          </ac:spMkLst>
        </pc:spChg>
      </pc:sldChg>
      <pc:sldChg chg="modSp new mod">
        <pc:chgData name="Melany Baca" userId="73851d856958d339" providerId="LiveId" clId="{98FA8224-DA30-46DF-8575-F50161A447C1}" dt="2026-07-06T23:24:33.056" v="1251" actId="5793"/>
        <pc:sldMkLst>
          <pc:docMk/>
          <pc:sldMk cId="2178902928" sldId="337"/>
        </pc:sldMkLst>
        <pc:spChg chg="mod">
          <ac:chgData name="Melany Baca" userId="73851d856958d339" providerId="LiveId" clId="{98FA8224-DA30-46DF-8575-F50161A447C1}" dt="2026-07-06T23:19:15.520" v="1185" actId="1076"/>
          <ac:spMkLst>
            <pc:docMk/>
            <pc:sldMk cId="2178902928" sldId="337"/>
            <ac:spMk id="2" creationId="{9AD371DF-5751-ED2C-1A99-F9473F59DF94}"/>
          </ac:spMkLst>
        </pc:spChg>
        <pc:spChg chg="mod">
          <ac:chgData name="Melany Baca" userId="73851d856958d339" providerId="LiveId" clId="{98FA8224-DA30-46DF-8575-F50161A447C1}" dt="2026-07-06T23:24:33.056" v="1251" actId="5793"/>
          <ac:spMkLst>
            <pc:docMk/>
            <pc:sldMk cId="2178902928" sldId="337"/>
            <ac:spMk id="3" creationId="{4FB0777C-F69B-D026-A28D-E81E029E60C9}"/>
          </ac:spMkLst>
        </pc:spChg>
      </pc:sldChg>
      <pc:sldChg chg="modSp add mod ord">
        <pc:chgData name="Melany Baca" userId="73851d856958d339" providerId="LiveId" clId="{98FA8224-DA30-46DF-8575-F50161A447C1}" dt="2026-07-06T22:52:54.889" v="1159"/>
        <pc:sldMkLst>
          <pc:docMk/>
          <pc:sldMk cId="3111285559" sldId="338"/>
        </pc:sldMkLst>
        <pc:spChg chg="mod">
          <ac:chgData name="Melany Baca" userId="73851d856958d339" providerId="LiveId" clId="{98FA8224-DA30-46DF-8575-F50161A447C1}" dt="2026-07-06T22:52:34.201" v="1153" actId="20577"/>
          <ac:spMkLst>
            <pc:docMk/>
            <pc:sldMk cId="3111285559" sldId="338"/>
            <ac:spMk id="2" creationId="{85C94FEC-C3C0-83ED-3842-A1EBB7FB77E5}"/>
          </ac:spMkLst>
        </pc:spChg>
      </pc:sldChg>
      <pc:sldChg chg="add del setBg">
        <pc:chgData name="Melany Baca" userId="73851d856958d339" providerId="LiveId" clId="{98FA8224-DA30-46DF-8575-F50161A447C1}" dt="2026-07-06T23:23:35.652" v="1249" actId="2696"/>
        <pc:sldMkLst>
          <pc:docMk/>
          <pc:sldMk cId="0" sldId="339"/>
        </pc:sldMkLst>
      </pc:sldChg>
      <pc:sldMasterChg chg="delSldLayout">
        <pc:chgData name="Melany Baca" userId="73851d856958d339" providerId="LiveId" clId="{98FA8224-DA30-46DF-8575-F50161A447C1}" dt="2026-07-06T23:23:37.444" v="1250" actId="2696"/>
        <pc:sldMasterMkLst>
          <pc:docMk/>
          <pc:sldMasterMk cId="737433849" sldId="2147483648"/>
        </pc:sldMasterMkLst>
        <pc:sldLayoutChg chg="del">
          <pc:chgData name="Melany Baca" userId="73851d856958d339" providerId="LiveId" clId="{98FA8224-DA30-46DF-8575-F50161A447C1}" dt="2026-07-06T23:23:37.444" v="1250" actId="2696"/>
          <pc:sldLayoutMkLst>
            <pc:docMk/>
            <pc:sldMasterMk cId="737433849" sldId="2147483648"/>
            <pc:sldLayoutMk cId="1391394198" sldId="214748369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ab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en el icono para agregar una tabla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496" y="4375393"/>
            <a:ext cx="8452027" cy="174494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Modelo de </a:t>
            </a:r>
            <a:r>
              <a:rPr lang="en-US" dirty="0" err="1"/>
              <a:t>Asignación</a:t>
            </a:r>
            <a:r>
              <a:rPr lang="en-US" dirty="0"/>
              <a:t> de Flota.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425B5-7D77-25DF-1475-BD840325CE39}"/>
              </a:ext>
            </a:extLst>
          </p:cNvPr>
          <p:cNvSpPr txBox="1"/>
          <p:nvPr/>
        </p:nvSpPr>
        <p:spPr>
          <a:xfrm>
            <a:off x="3048000" y="3256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1" name="Google Shape;16;p3">
            <a:extLst>
              <a:ext uri="{FF2B5EF4-FFF2-40B4-BE49-F238E27FC236}">
                <a16:creationId xmlns:a16="http://schemas.microsoft.com/office/drawing/2014/main" id="{673791CD-A225-D22E-A5F5-30AE3BFB949A}"/>
              </a:ext>
            </a:extLst>
          </p:cNvPr>
          <p:cNvSpPr/>
          <p:nvPr/>
        </p:nvSpPr>
        <p:spPr>
          <a:xfrm>
            <a:off x="9144000" y="12031"/>
            <a:ext cx="3048000" cy="68580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3" name="Picture 12" descr="preencoded.png">
            <a:extLst>
              <a:ext uri="{FF2B5EF4-FFF2-40B4-BE49-F238E27FC236}">
                <a16:creationId xmlns:a16="http://schemas.microsoft.com/office/drawing/2014/main" id="{D4AB2D69-9426-60F9-65E3-6458D4478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523" y="954324"/>
            <a:ext cx="2302041" cy="2302041"/>
          </a:xfrm>
          <a:prstGeom prst="rect">
            <a:avLst/>
          </a:prstGeom>
        </p:spPr>
      </p:pic>
      <p:sp>
        <p:nvSpPr>
          <p:cNvPr id="17" name="Google Shape;23;p3">
            <a:extLst>
              <a:ext uri="{FF2B5EF4-FFF2-40B4-BE49-F238E27FC236}">
                <a16:creationId xmlns:a16="http://schemas.microsoft.com/office/drawing/2014/main" id="{DA5DB553-3495-6D5C-7831-9AD3E83DC58A}"/>
              </a:ext>
            </a:extLst>
          </p:cNvPr>
          <p:cNvSpPr/>
          <p:nvPr/>
        </p:nvSpPr>
        <p:spPr>
          <a:xfrm>
            <a:off x="1030496" y="4030383"/>
            <a:ext cx="7347284" cy="76396"/>
          </a:xfrm>
          <a:prstGeom prst="rect">
            <a:avLst/>
          </a:prstGeom>
          <a:solidFill>
            <a:srgbClr val="0D7C8A"/>
          </a:solidFill>
          <a:ln w="12700" cap="flat" cmpd="sng">
            <a:solidFill>
              <a:srgbClr val="0D7C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FE84-E4A7-1472-5010-8DBE0504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4449712" cy="674590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Objetivos</a:t>
            </a:r>
            <a:r>
              <a:rPr lang="en-US" sz="4400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4196A-CFBD-EBF0-8AF8-C13222AD8D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484800"/>
            <a:ext cx="9845974" cy="46360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700" dirty="0" err="1"/>
              <a:t>Desarrollar</a:t>
            </a:r>
            <a:r>
              <a:rPr lang="en-US" sz="2700" dirty="0"/>
              <a:t>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herramienta</a:t>
            </a:r>
            <a:r>
              <a:rPr lang="en-US" sz="2700" dirty="0"/>
              <a:t> para </a:t>
            </a:r>
            <a:r>
              <a:rPr lang="en-US" sz="2700" dirty="0" err="1"/>
              <a:t>apoyar</a:t>
            </a:r>
            <a:r>
              <a:rPr lang="en-US" sz="2700" dirty="0"/>
              <a:t> la </a:t>
            </a:r>
            <a:r>
              <a:rPr lang="en-US" sz="2700" dirty="0" err="1"/>
              <a:t>optimización</a:t>
            </a:r>
            <a:r>
              <a:rPr lang="en-US" sz="2700" dirty="0"/>
              <a:t> de la </a:t>
            </a:r>
            <a:r>
              <a:rPr lang="en-US" sz="2700" dirty="0" err="1"/>
              <a:t>asignación</a:t>
            </a:r>
            <a:r>
              <a:rPr lang="en-US" sz="2700" dirty="0"/>
              <a:t> de </a:t>
            </a:r>
            <a:r>
              <a:rPr lang="en-US" sz="2700" dirty="0" err="1"/>
              <a:t>flota</a:t>
            </a:r>
            <a:r>
              <a:rPr lang="en-US" sz="2700" dirty="0"/>
              <a:t> y </a:t>
            </a:r>
            <a:r>
              <a:rPr lang="en-US" sz="2700" dirty="0" err="1"/>
              <a:t>conductores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el </a:t>
            </a:r>
            <a:r>
              <a:rPr lang="en-US" sz="2700" dirty="0" err="1"/>
              <a:t>sistema</a:t>
            </a:r>
            <a:r>
              <a:rPr lang="en-US" sz="2700" dirty="0"/>
              <a:t> del </a:t>
            </a:r>
            <a:r>
              <a:rPr lang="en-US" sz="2700" dirty="0" err="1"/>
              <a:t>Trolebús</a:t>
            </a:r>
            <a:r>
              <a:rPr lang="en-US" sz="2700" dirty="0"/>
              <a:t>.</a:t>
            </a:r>
          </a:p>
          <a:p>
            <a:pPr marL="0" indent="0">
              <a:buNone/>
            </a:pPr>
            <a:endParaRPr lang="en-US" sz="2700" dirty="0"/>
          </a:p>
          <a:p>
            <a:r>
              <a:rPr lang="en-US" sz="2700" dirty="0" err="1"/>
              <a:t>Reducir</a:t>
            </a:r>
            <a:r>
              <a:rPr lang="en-US" sz="2700" dirty="0"/>
              <a:t>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tiempos</a:t>
            </a:r>
            <a:r>
              <a:rPr lang="en-US" sz="2700" dirty="0"/>
              <a:t> </a:t>
            </a:r>
            <a:r>
              <a:rPr lang="en-US" sz="2700" dirty="0" err="1"/>
              <a:t>muertos</a:t>
            </a:r>
            <a:r>
              <a:rPr lang="en-US" sz="2700" dirty="0"/>
              <a:t> de las </a:t>
            </a:r>
            <a:r>
              <a:rPr lang="en-US" sz="2700" dirty="0" err="1"/>
              <a:t>unidades</a:t>
            </a:r>
            <a:r>
              <a:rPr lang="en-US" sz="2700" dirty="0"/>
              <a:t> y </a:t>
            </a:r>
            <a:r>
              <a:rPr lang="en-US" sz="2700" dirty="0" err="1"/>
              <a:t>conductores</a:t>
            </a:r>
            <a:r>
              <a:rPr lang="en-US" sz="2700" dirty="0"/>
              <a:t> entre </a:t>
            </a:r>
            <a:r>
              <a:rPr lang="en-US" sz="2700" dirty="0" err="1"/>
              <a:t>viajes</a:t>
            </a:r>
            <a:r>
              <a:rPr lang="en-US" sz="2700" dirty="0"/>
              <a:t> consecutives, </a:t>
            </a:r>
            <a:r>
              <a:rPr lang="en-US" sz="2700" dirty="0" err="1"/>
              <a:t>respetando</a:t>
            </a:r>
            <a:r>
              <a:rPr lang="en-US" sz="2700" dirty="0"/>
              <a:t> el </a:t>
            </a:r>
            <a:r>
              <a:rPr lang="en-US" sz="2700" dirty="0" err="1"/>
              <a:t>tiempo</a:t>
            </a:r>
            <a:r>
              <a:rPr lang="en-US" sz="2700" dirty="0"/>
              <a:t> </a:t>
            </a:r>
            <a:r>
              <a:rPr lang="en-US" sz="2700" dirty="0" err="1"/>
              <a:t>mínimo</a:t>
            </a:r>
            <a:r>
              <a:rPr lang="en-US" sz="2700" dirty="0"/>
              <a:t> </a:t>
            </a:r>
            <a:r>
              <a:rPr lang="en-US" sz="2700" dirty="0" err="1"/>
              <a:t>requerido</a:t>
            </a:r>
            <a:r>
              <a:rPr lang="en-US" sz="2700" dirty="0"/>
              <a:t> (5 </a:t>
            </a:r>
            <a:r>
              <a:rPr lang="en-US" sz="2700" dirty="0" err="1"/>
              <a:t>minutos</a:t>
            </a:r>
            <a:r>
              <a:rPr lang="en-US" sz="2700" dirty="0"/>
              <a:t>).</a:t>
            </a:r>
          </a:p>
          <a:p>
            <a:r>
              <a:rPr lang="en-US" sz="2700" dirty="0" err="1"/>
              <a:t>Minimizar</a:t>
            </a:r>
            <a:r>
              <a:rPr lang="en-US" sz="2700" dirty="0"/>
              <a:t> </a:t>
            </a:r>
            <a:r>
              <a:rPr lang="en-US" sz="2700" dirty="0" err="1"/>
              <a:t>desviaciones</a:t>
            </a:r>
            <a:r>
              <a:rPr lang="en-US" sz="2700" dirty="0"/>
              <a:t> </a:t>
            </a:r>
            <a:r>
              <a:rPr lang="en-US" sz="2700" dirty="0" err="1"/>
              <a:t>respecto</a:t>
            </a:r>
            <a:r>
              <a:rPr lang="en-US" sz="2700" dirty="0"/>
              <a:t> a la </a:t>
            </a:r>
            <a:r>
              <a:rPr lang="en-US" sz="2700" dirty="0" err="1"/>
              <a:t>duración</a:t>
            </a:r>
            <a:r>
              <a:rPr lang="en-US" sz="2700" dirty="0"/>
              <a:t> de las jornadas de </a:t>
            </a:r>
            <a:r>
              <a:rPr lang="en-US" sz="2700" dirty="0" err="1"/>
              <a:t>trabajo</a:t>
            </a:r>
            <a:r>
              <a:rPr lang="en-US" sz="2700" dirty="0"/>
              <a:t> (8 horas).</a:t>
            </a:r>
          </a:p>
          <a:p>
            <a:r>
              <a:rPr lang="en-US" sz="2700" dirty="0" err="1"/>
              <a:t>Incluir</a:t>
            </a:r>
            <a:r>
              <a:rPr lang="en-US" sz="2700" dirty="0"/>
              <a:t> </a:t>
            </a:r>
            <a:r>
              <a:rPr lang="en-US" sz="2700" dirty="0" err="1"/>
              <a:t>pausas</a:t>
            </a:r>
            <a:r>
              <a:rPr lang="en-US" sz="2700" dirty="0"/>
              <a:t> de al </a:t>
            </a:r>
            <a:r>
              <a:rPr lang="en-US" sz="2700" dirty="0" err="1"/>
              <a:t>menos</a:t>
            </a:r>
            <a:r>
              <a:rPr lang="en-US" sz="2700" dirty="0"/>
              <a:t> media hora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cada</a:t>
            </a:r>
            <a:r>
              <a:rPr lang="en-US" sz="2700" dirty="0"/>
              <a:t> jornada.</a:t>
            </a:r>
          </a:p>
          <a:p>
            <a:r>
              <a:rPr lang="en-US" sz="2700" dirty="0" err="1"/>
              <a:t>Incluir</a:t>
            </a:r>
            <a:r>
              <a:rPr lang="en-US" sz="2700" dirty="0"/>
              <a:t> un </a:t>
            </a:r>
            <a:r>
              <a:rPr lang="en-US" sz="2700" dirty="0" err="1"/>
              <a:t>cambio</a:t>
            </a:r>
            <a:r>
              <a:rPr lang="en-US" sz="2700" dirty="0"/>
              <a:t> de </a:t>
            </a:r>
            <a:r>
              <a:rPr lang="en-US" sz="2700" dirty="0" err="1"/>
              <a:t>turno</a:t>
            </a:r>
            <a:r>
              <a:rPr lang="en-US" sz="2700" dirty="0"/>
              <a:t> de al </a:t>
            </a:r>
            <a:r>
              <a:rPr lang="en-US" sz="2700" dirty="0" err="1"/>
              <a:t>menos</a:t>
            </a:r>
            <a:r>
              <a:rPr lang="en-US" sz="2700" dirty="0"/>
              <a:t> 10 </a:t>
            </a:r>
            <a:r>
              <a:rPr lang="en-US" sz="2700" dirty="0" err="1"/>
              <a:t>minutos</a:t>
            </a:r>
            <a:r>
              <a:rPr lang="en-US" sz="2700" dirty="0"/>
              <a:t>.</a:t>
            </a:r>
          </a:p>
          <a:p>
            <a:r>
              <a:rPr lang="en-US" sz="2700" dirty="0" err="1"/>
              <a:t>Minimizar</a:t>
            </a:r>
            <a:r>
              <a:rPr lang="en-US" sz="2700" dirty="0"/>
              <a:t> el </a:t>
            </a:r>
            <a:r>
              <a:rPr lang="en-US" sz="2700" dirty="0" err="1"/>
              <a:t>número</a:t>
            </a:r>
            <a:r>
              <a:rPr lang="en-US" sz="2700" dirty="0"/>
              <a:t> de </a:t>
            </a:r>
            <a:r>
              <a:rPr lang="en-US" sz="2700" dirty="0" err="1"/>
              <a:t>unidades</a:t>
            </a:r>
            <a:r>
              <a:rPr lang="en-US" sz="2700" dirty="0"/>
              <a:t> </a:t>
            </a:r>
            <a:r>
              <a:rPr lang="en-US" sz="2700" dirty="0" err="1"/>
              <a:t>requeridas</a:t>
            </a:r>
            <a:r>
              <a:rPr lang="en-US" sz="2700" dirty="0"/>
              <a:t> para </a:t>
            </a:r>
            <a:r>
              <a:rPr lang="en-US" sz="2700" dirty="0" err="1"/>
              <a:t>cubrir</a:t>
            </a:r>
            <a:r>
              <a:rPr lang="en-US" sz="2700" dirty="0"/>
              <a:t>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viajes</a:t>
            </a:r>
            <a:r>
              <a:rPr lang="en-US" sz="2700" dirty="0"/>
              <a:t> </a:t>
            </a:r>
            <a:r>
              <a:rPr lang="en-US" sz="2700" dirty="0" err="1"/>
              <a:t>programados</a:t>
            </a:r>
            <a:r>
              <a:rPr lang="en-US" sz="2700" dirty="0"/>
              <a:t>.</a:t>
            </a:r>
          </a:p>
          <a:p>
            <a:r>
              <a:rPr lang="en-US" sz="2700" dirty="0" err="1">
                <a:highlight>
                  <a:srgbClr val="95B8BF"/>
                </a:highlight>
              </a:rPr>
              <a:t>Incluir</a:t>
            </a:r>
            <a:r>
              <a:rPr lang="en-US" sz="2700" dirty="0">
                <a:highlight>
                  <a:srgbClr val="95B8BF"/>
                </a:highlight>
              </a:rPr>
              <a:t> un 25% de jornadas de </a:t>
            </a:r>
            <a:r>
              <a:rPr lang="en-US" sz="2700" dirty="0" err="1">
                <a:highlight>
                  <a:srgbClr val="95B8BF"/>
                </a:highlight>
              </a:rPr>
              <a:t>conducción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que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tengan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una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estructura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adecuada</a:t>
            </a:r>
            <a:r>
              <a:rPr lang="en-US" sz="2700" dirty="0">
                <a:highlight>
                  <a:srgbClr val="95B8BF"/>
                </a:highlight>
              </a:rPr>
              <a:t> para </a:t>
            </a:r>
            <a:r>
              <a:rPr lang="en-US" sz="2700" dirty="0" err="1">
                <a:highlight>
                  <a:srgbClr val="95B8BF"/>
                </a:highlight>
              </a:rPr>
              <a:t>conductoras</a:t>
            </a:r>
            <a:r>
              <a:rPr lang="en-US" sz="2700" dirty="0">
                <a:highlight>
                  <a:srgbClr val="95B8BF"/>
                </a:highlight>
              </a:rPr>
              <a:t> </a:t>
            </a:r>
            <a:r>
              <a:rPr lang="en-US" sz="2700" dirty="0" err="1">
                <a:highlight>
                  <a:srgbClr val="95B8BF"/>
                </a:highlight>
              </a:rPr>
              <a:t>mujeres</a:t>
            </a:r>
            <a:r>
              <a:rPr lang="en-US" sz="2700" dirty="0">
                <a:highlight>
                  <a:srgbClr val="95B8BF"/>
                </a:highlight>
              </a:rPr>
              <a:t>.</a:t>
            </a:r>
          </a:p>
          <a:p>
            <a:pPr marL="0" indent="0">
              <a:buNone/>
            </a:pPr>
            <a:r>
              <a:rPr lang="en-US" sz="2700" dirty="0">
                <a:highlight>
                  <a:srgbClr val="95B8B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2700" dirty="0"/>
              <a:t>            </a:t>
            </a:r>
            <a:r>
              <a:rPr lang="en-US" sz="2700" dirty="0" err="1"/>
              <a:t>Siguiente</a:t>
            </a:r>
            <a:r>
              <a:rPr lang="en-US" sz="2700" dirty="0"/>
              <a:t> reunion.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0D69C-6595-9EBE-44CE-8D30FF8DE3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97007-2E34-0EC2-E4A7-412E37BDA86A}"/>
              </a:ext>
            </a:extLst>
          </p:cNvPr>
          <p:cNvSpPr/>
          <p:nvPr/>
        </p:nvSpPr>
        <p:spPr>
          <a:xfrm>
            <a:off x="1684994" y="5598695"/>
            <a:ext cx="320842" cy="3449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8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71DF-5751-ED2C-1A99-F9473F59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219" y="408993"/>
            <a:ext cx="5699196" cy="867096"/>
          </a:xfrm>
        </p:spPr>
        <p:txBody>
          <a:bodyPr>
            <a:normAutofit/>
          </a:bodyPr>
          <a:lstStyle/>
          <a:p>
            <a:r>
              <a:rPr lang="en-US" sz="4000" dirty="0" err="1"/>
              <a:t>Metodología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0777C-F69B-D026-A28D-E81E029E60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74219" y="1604212"/>
            <a:ext cx="9843562" cy="48447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El </a:t>
            </a:r>
            <a:r>
              <a:rPr lang="es-ES" dirty="0" err="1"/>
              <a:t>Vehicle</a:t>
            </a:r>
            <a:r>
              <a:rPr lang="es-ES" dirty="0"/>
              <a:t> </a:t>
            </a:r>
            <a:r>
              <a:rPr lang="es-ES" dirty="0" err="1"/>
              <a:t>Scheduling</a:t>
            </a:r>
            <a:r>
              <a:rPr lang="es-ES" dirty="0"/>
              <a:t> </a:t>
            </a:r>
            <a:r>
              <a:rPr lang="es-ES" dirty="0" err="1"/>
              <a:t>Problem</a:t>
            </a:r>
            <a:r>
              <a:rPr lang="es-ES" dirty="0"/>
              <a:t> (VSP) consiste en asignar vehículos a un conjunto de viajes de servicio de modo que cada viaje sea cubierto exactamente por un vehículo, se respeten las restricciones operacionales, y se minimice una función de costo. Cuando existen múltiples depósitos, el problema se denomina </a:t>
            </a:r>
            <a:r>
              <a:rPr lang="es-ES" dirty="0" err="1"/>
              <a:t>Multiple</a:t>
            </a:r>
            <a:r>
              <a:rPr lang="es-ES" dirty="0"/>
              <a:t>-Depot VSP (MDVSP). </a:t>
            </a:r>
          </a:p>
          <a:p>
            <a:pPr marL="0" indent="0">
              <a:buNone/>
            </a:pPr>
            <a:r>
              <a:rPr lang="es-ES" dirty="0"/>
              <a:t>El modelo se resuelve con Branch-and-Price: en cada nodo del árbol Branch-and-Bound la relajación lineal se resuelve por generación de columnas. El subproblema de </a:t>
            </a:r>
            <a:r>
              <a:rPr lang="es-ES" dirty="0" err="1"/>
              <a:t>pricing</a:t>
            </a:r>
            <a:r>
              <a:rPr lang="es-ES" dirty="0"/>
              <a:t> es un Problema del Camino Más Corto con Restricciones de Recursos (RCSP)  resuelto con el algoritmo de etiquetado de </a:t>
            </a:r>
            <a:r>
              <a:rPr lang="es-ES" dirty="0" err="1"/>
              <a:t>VRPSolver</a:t>
            </a:r>
            <a:r>
              <a:rPr lang="es-ES" dirty="0"/>
              <a:t>. </a:t>
            </a:r>
          </a:p>
          <a:p>
            <a:r>
              <a:rPr lang="en-US" b="1" dirty="0"/>
              <a:t>Sistema </a:t>
            </a:r>
            <a:r>
              <a:rPr lang="en-US" b="1" dirty="0" err="1"/>
              <a:t>Operativo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Entorno</a:t>
            </a:r>
            <a:r>
              <a:rPr lang="en-US" dirty="0"/>
              <a:t> Linux (</a:t>
            </a:r>
            <a:r>
              <a:rPr lang="en-US" dirty="0" err="1"/>
              <a:t>probado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Fedora Linux).</a:t>
            </a:r>
          </a:p>
          <a:p>
            <a:r>
              <a:rPr lang="en-US" b="1" dirty="0" err="1"/>
              <a:t>Lenguaje</a:t>
            </a:r>
            <a:r>
              <a:rPr lang="en-US" b="1" dirty="0"/>
              <a:t>:</a:t>
            </a:r>
            <a:r>
              <a:rPr lang="en-US" dirty="0"/>
              <a:t> C++</a:t>
            </a:r>
          </a:p>
          <a:p>
            <a:r>
              <a:rPr lang="en-US" b="1" dirty="0"/>
              <a:t>Framework:</a:t>
            </a:r>
            <a:r>
              <a:rPr lang="en-US" dirty="0"/>
              <a:t> </a:t>
            </a:r>
            <a:r>
              <a:rPr lang="en-US" b="1" dirty="0" err="1"/>
              <a:t>BaPCod</a:t>
            </a:r>
            <a:r>
              <a:rPr lang="en-US" dirty="0"/>
              <a:t> (Branch-and-Price Code) </a:t>
            </a:r>
            <a:r>
              <a:rPr lang="en-US" dirty="0" err="1"/>
              <a:t>acoplado</a:t>
            </a:r>
            <a:r>
              <a:rPr lang="en-US" dirty="0"/>
              <a:t> con el </a:t>
            </a:r>
            <a:r>
              <a:rPr lang="en-US" dirty="0" err="1"/>
              <a:t>algoritmo</a:t>
            </a:r>
            <a:r>
              <a:rPr lang="en-US" dirty="0"/>
              <a:t> de </a:t>
            </a:r>
            <a:r>
              <a:rPr lang="en-US" dirty="0" err="1"/>
              <a:t>etiquetado</a:t>
            </a:r>
            <a:r>
              <a:rPr lang="en-US" dirty="0"/>
              <a:t> de </a:t>
            </a:r>
            <a:r>
              <a:rPr lang="en-US" b="1" dirty="0" err="1"/>
              <a:t>VRPSolver</a:t>
            </a:r>
            <a:r>
              <a:rPr lang="en-US" dirty="0"/>
              <a:t> para el </a:t>
            </a:r>
            <a:r>
              <a:rPr lang="en-US" dirty="0" err="1"/>
              <a:t>subproblema</a:t>
            </a:r>
            <a:r>
              <a:rPr lang="en-US" dirty="0"/>
              <a:t> (RCSP).</a:t>
            </a:r>
          </a:p>
          <a:p>
            <a:r>
              <a:rPr lang="en-US" b="1" dirty="0"/>
              <a:t>Solver LP/MIP:</a:t>
            </a:r>
            <a:r>
              <a:rPr lang="en-US" dirty="0"/>
              <a:t> </a:t>
            </a:r>
            <a:r>
              <a:rPr lang="en-US" dirty="0" err="1"/>
              <a:t>Licencia</a:t>
            </a:r>
            <a:r>
              <a:rPr lang="en-US" dirty="0"/>
              <a:t> </a:t>
            </a:r>
            <a:r>
              <a:rPr lang="en-US" dirty="0" err="1"/>
              <a:t>válida</a:t>
            </a:r>
            <a:r>
              <a:rPr lang="en-US" dirty="0"/>
              <a:t> de </a:t>
            </a:r>
            <a:r>
              <a:rPr lang="en-US" b="1" dirty="0" err="1"/>
              <a:t>Gurobi</a:t>
            </a:r>
            <a:r>
              <a:rPr lang="en-US" b="1" dirty="0"/>
              <a:t> Optimizer 10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A390B-F43D-B9A5-9825-C8DBE21236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90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82" y="725454"/>
            <a:ext cx="3918522" cy="5407091"/>
          </a:xfrm>
        </p:spPr>
        <p:txBody>
          <a:bodyPr>
            <a:normAutofit/>
          </a:bodyPr>
          <a:lstStyle/>
          <a:p>
            <a:r>
              <a:rPr lang="en-US" sz="4000" dirty="0" err="1"/>
              <a:t>Requerimientos</a:t>
            </a:r>
            <a:r>
              <a:rPr lang="en-US" sz="4000" dirty="0"/>
              <a:t> de la EPMTPQ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446FD-1B69-2B8E-9BAC-164ACACD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4" y="1172940"/>
            <a:ext cx="7201640" cy="451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AD7F-A9DC-44D1-2907-B4E3D7405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1BA4-58F1-1A5C-6C9F-B1028271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027" y="494020"/>
            <a:ext cx="9650943" cy="737119"/>
          </a:xfrm>
        </p:spPr>
        <p:txBody>
          <a:bodyPr>
            <a:normAutofit/>
          </a:bodyPr>
          <a:lstStyle/>
          <a:p>
            <a:r>
              <a:rPr lang="en-US" sz="4000" dirty="0" err="1"/>
              <a:t>Indicadores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03F2-68C9-42D3-3395-7CFCF02120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1026" y="2316079"/>
            <a:ext cx="9650943" cy="222584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/>
              <a:t>% intra [5,10]: porcentaje de esperas </a:t>
            </a:r>
            <a:r>
              <a:rPr lang="es-ES" sz="1900" dirty="0" err="1"/>
              <a:t>intra-fase</a:t>
            </a:r>
            <a:r>
              <a:rPr lang="es-ES" sz="1900" dirty="0"/>
              <a:t> en la zona ideal.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/>
              <a:t>% desc. T1 </a:t>
            </a:r>
            <a:r>
              <a:rPr lang="es-ES" sz="1900" dirty="0">
                <a:cs typeface="Times New Roman" panose="02020603050405020304" pitchFamily="18" charset="0"/>
              </a:rPr>
              <a:t>≥ 30: fracción de rutas con el descanso mayor o igual a 30 minutos.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/>
              <a:t>% desc. T2 </a:t>
            </a:r>
            <a:r>
              <a:rPr lang="es-ES" sz="1900" dirty="0">
                <a:cs typeface="Times New Roman" panose="02020603050405020304" pitchFamily="18" charset="0"/>
              </a:rPr>
              <a:t>≥ 30: fracción de rutas con el descanso mayor o igual a 30 minutos.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/>
              <a:t>% </a:t>
            </a:r>
            <a:r>
              <a:rPr lang="es-ES" sz="1900" dirty="0" err="1"/>
              <a:t>camb</a:t>
            </a:r>
            <a:r>
              <a:rPr lang="es-ES" sz="1900" dirty="0"/>
              <a:t>. </a:t>
            </a:r>
            <a:r>
              <a:rPr lang="es-ES" sz="1900" dirty="0">
                <a:cs typeface="Times New Roman" panose="02020603050405020304" pitchFamily="18" charset="0"/>
              </a:rPr>
              <a:t>≥ 10: fracción con el cambio de turno mayor o igual a 10 minutos.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900" dirty="0"/>
              <a:t>Tiempo total por jornada y horas extras.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E5F52-D2B9-6619-C79D-EC442C2673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57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9BF4-88D9-F83C-D993-7CB232B1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590D-6E63-FA1A-6CEE-AED30537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740911" cy="5253089"/>
          </a:xfrm>
        </p:spPr>
        <p:txBody>
          <a:bodyPr/>
          <a:lstStyle/>
          <a:p>
            <a:r>
              <a:rPr lang="en-ZA" dirty="0" err="1"/>
              <a:t>Resultados</a:t>
            </a:r>
            <a:r>
              <a:rPr lang="en-ZA" dirty="0"/>
              <a:t> Circuito C1+C2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98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591" y="719871"/>
            <a:ext cx="3421927" cy="8116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C1+C2</a:t>
            </a:r>
            <a:br>
              <a:rPr lang="en-US" dirty="0"/>
            </a:br>
            <a:r>
              <a:rPr lang="en-US" dirty="0"/>
              <a:t>Mejor </a:t>
            </a:r>
            <a:r>
              <a:rPr lang="en-US" dirty="0" err="1"/>
              <a:t>solución</a:t>
            </a:r>
            <a:r>
              <a:rPr lang="en-US" dirty="0"/>
              <a:t> vs </a:t>
            </a:r>
            <a:r>
              <a:rPr lang="en-US" dirty="0" err="1"/>
              <a:t>solución</a:t>
            </a:r>
            <a:r>
              <a:rPr lang="en-US" dirty="0"/>
              <a:t> manual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82847-6067-640B-A3D4-238AFB8E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72" y="133395"/>
            <a:ext cx="5987789" cy="60070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4A321F-4FB8-4927-E657-40EDECD86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2" y="1982590"/>
            <a:ext cx="5545196" cy="428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7C1CB-C539-5EFC-6D9D-E9F880613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BDB9F6-0BDD-2256-EA96-45AFE9E74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13" y="439771"/>
            <a:ext cx="5222948" cy="5914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5940F7-5586-3109-3D9D-4F4D984F4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88" y="3021402"/>
            <a:ext cx="5368076" cy="2787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5CAE69-2223-19BB-7D04-D9DD766B6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89" y="673979"/>
            <a:ext cx="5377892" cy="211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5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83B2-B555-3C81-246F-FF13B508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63C03-DEA6-2EB0-3513-537787F9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3"/>
            <a:ext cx="7232733" cy="47083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Asignación</a:t>
            </a:r>
            <a:r>
              <a:rPr lang="en-US" dirty="0"/>
              <a:t> manual vs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solución</a:t>
            </a:r>
            <a:endParaRPr lang="en-Z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C50FCF-099D-820B-FC80-801A1E8C68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CF188C-98B5-24CE-2DA2-7C46FF90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25" y="1057434"/>
            <a:ext cx="4080309" cy="5370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E70160-F27F-23D8-1C7D-955B538B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148" y="1053642"/>
            <a:ext cx="4027423" cy="537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2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81119" y="1454052"/>
            <a:ext cx="10148420" cy="3481252"/>
          </a:xfrm>
        </p:spPr>
        <p:txBody>
          <a:bodyPr>
            <a:normAutofit/>
          </a:bodyPr>
          <a:lstStyle/>
          <a:p>
            <a:endParaRPr lang="es-ES" sz="1600" dirty="0"/>
          </a:p>
          <a:p>
            <a:endParaRPr lang="es-E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A3DED-488E-5CA7-4378-CF4B45212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47" y="1298751"/>
            <a:ext cx="8787706" cy="426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8355-A20C-C940-37E6-75E02951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4FEC-C3C0-83ED-3842-A1EBB7FB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740911" cy="5253089"/>
          </a:xfrm>
        </p:spPr>
        <p:txBody>
          <a:bodyPr/>
          <a:lstStyle/>
          <a:p>
            <a:r>
              <a:rPr lang="en-ZA" dirty="0" err="1"/>
              <a:t>Resultados</a:t>
            </a:r>
            <a:r>
              <a:rPr lang="en-ZA" dirty="0"/>
              <a:t> </a:t>
            </a:r>
            <a:r>
              <a:rPr lang="en-ZA" dirty="0" err="1"/>
              <a:t>Circuitos</a:t>
            </a:r>
            <a:r>
              <a:rPr lang="en-ZA" dirty="0"/>
              <a:t> C4+C6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8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1CC7-4EDD-F02A-C828-848A8AB9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1C47C5-E78B-57CD-D045-FEB4ACAB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591" y="719871"/>
            <a:ext cx="3421927" cy="8116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C4+C6</a:t>
            </a:r>
            <a:br>
              <a:rPr lang="en-US" dirty="0"/>
            </a:br>
            <a:r>
              <a:rPr lang="en-US" dirty="0"/>
              <a:t>Mejor </a:t>
            </a:r>
            <a:r>
              <a:rPr lang="en-US" dirty="0" err="1"/>
              <a:t>solución</a:t>
            </a:r>
            <a:r>
              <a:rPr lang="en-US" dirty="0"/>
              <a:t> vs </a:t>
            </a:r>
            <a:r>
              <a:rPr lang="en-US" dirty="0" err="1"/>
              <a:t>solución</a:t>
            </a:r>
            <a:r>
              <a:rPr lang="en-US" dirty="0"/>
              <a:t> manual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F7B9DE-8A1F-B4FA-F4A1-D4FB446539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3DBE4-0217-3544-43B9-DB89A186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" y="376172"/>
            <a:ext cx="6123075" cy="6105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A9DF04-6906-2F0E-DB33-27D0EEB56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410" y="2199134"/>
            <a:ext cx="5598287" cy="37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0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D4C6-639C-120B-4C2B-76D663F6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AF6A2E-5A47-0BAA-6324-8C9C3326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3"/>
            <a:ext cx="7232733" cy="47083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Asignación</a:t>
            </a:r>
            <a:r>
              <a:rPr lang="en-US" dirty="0"/>
              <a:t> manual vs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solución</a:t>
            </a:r>
            <a:endParaRPr lang="en-Z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E8CDBC-0B7B-9393-F346-52B98AFC68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F2F81-2CC5-19A8-DE76-59D63EDA0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02" y="1740575"/>
            <a:ext cx="5121110" cy="3536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FA8F9C-B7BC-2313-F137-A0D9ABF5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712" y="1740575"/>
            <a:ext cx="5122807" cy="35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2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2C97-EA13-1C7A-B325-B4D60976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F8E09C-06FB-997D-2E11-FAB975B710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5" y="2142310"/>
            <a:ext cx="10148420" cy="3481252"/>
          </a:xfrm>
        </p:spPr>
        <p:txBody>
          <a:bodyPr>
            <a:normAutofit/>
          </a:bodyPr>
          <a:lstStyle/>
          <a:p>
            <a:endParaRPr lang="es-ES" sz="1600" dirty="0"/>
          </a:p>
          <a:p>
            <a:endParaRPr lang="es-E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464DD-BA8E-166C-A4AB-48410E5654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03A1E6-D022-37F5-D2CC-15A78DBDE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01" y="653978"/>
            <a:ext cx="6772862" cy="34812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44B2AD-1415-8C56-B743-09E3F7F42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01" y="4571911"/>
            <a:ext cx="6805250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91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AC18-374A-A16B-F581-929A5BC0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535CC-EAE4-7614-8F5C-3433D3F4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672" y="860624"/>
            <a:ext cx="4181064" cy="59342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Conclusiones</a:t>
            </a:r>
            <a:endParaRPr lang="en-Z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2F730A-06E4-965C-C21C-3E16B4657B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81119" y="1454052"/>
            <a:ext cx="10148420" cy="3481252"/>
          </a:xfrm>
        </p:spPr>
        <p:txBody>
          <a:bodyPr>
            <a:normAutofit/>
          </a:bodyPr>
          <a:lstStyle/>
          <a:p>
            <a:endParaRPr lang="es-ES" sz="1600" dirty="0"/>
          </a:p>
          <a:p>
            <a:endParaRPr lang="es-E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05A72-DA7D-AEC1-FE77-6809746A18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66238-5402-39E7-0080-AB4D98EB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772" y="1454052"/>
            <a:ext cx="7102455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27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{0169F9EE-61E2-49AE-90DB-954228D88838}TF3977e381-cba5-49b1-ba43-b5d865517af907ebbda9_win32-372d4d6ae720</Template>
  <TotalTime>7356</TotalTime>
  <Words>417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Tisa Offc Serif Pro</vt:lpstr>
      <vt:lpstr>Univers Light</vt:lpstr>
      <vt:lpstr>Custom</vt:lpstr>
      <vt:lpstr>Modelo de Asignación de Flota.</vt:lpstr>
      <vt:lpstr>Objetivos: </vt:lpstr>
      <vt:lpstr>Metodología</vt:lpstr>
      <vt:lpstr>Requerimientos de la EPMTPQ</vt:lpstr>
      <vt:lpstr>Indicadores</vt:lpstr>
      <vt:lpstr>Resultados Circuito C1+C2</vt:lpstr>
      <vt:lpstr>C1+C2 Mejor solución vs solución manual</vt:lpstr>
      <vt:lpstr>PowerPoint Presentation</vt:lpstr>
      <vt:lpstr>Asignación manual vs mejor solución</vt:lpstr>
      <vt:lpstr>PowerPoint Presentation</vt:lpstr>
      <vt:lpstr>Resultados Circuitos C4+C6</vt:lpstr>
      <vt:lpstr>C4+C6 Mejor solución vs solución manual</vt:lpstr>
      <vt:lpstr>Asignación manual vs mejor solución</vt:lpstr>
      <vt:lpstr>PowerPoint Presentation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GITTY MELANY BACA VASCONEZ</dc:creator>
  <cp:lastModifiedBy>Melany Baca</cp:lastModifiedBy>
  <cp:revision>10</cp:revision>
  <dcterms:created xsi:type="dcterms:W3CDTF">2026-05-19T18:15:38Z</dcterms:created>
  <dcterms:modified xsi:type="dcterms:W3CDTF">2026-07-06T23:24:41Z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